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91840"/>
            <a:ext cx="2926080" cy="2926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Plomer</a:t>
            </a:r>
            <a:pPr indent="0" marL="0">
              <a:buNone/>
            </a:pPr>
            <a:r>
              <a:rPr lang="en-US" sz="6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servicios de plomería con 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Aldana Benavent  ·  María Florencia Iñiguez Trejo  ·  Luis Ordeñana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PlomerIA?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clientes con plomeros: el cliente describe su problema, una IA lo diagnostica y le sugiere los mejores profesionales por cercanía y reputación. Pensada para darles la mejor herramienta a las dos partes.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8620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91440" cy="2514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un plomero confiable y rápido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automático del problema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día y horario; sigue el estado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el servicio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2103120"/>
            <a:ext cx="388620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103120"/>
            <a:ext cx="91440" cy="2514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743200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solicitudes de su oficio y zona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agenda y disponibilidad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con boleta y suma reputación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ganancias e historial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Arquitectura: Cliente–Servidor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cliente–servidor con organización interna en capas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Cliente–Servidor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(React) solicita recursos/servicios al servidor (FastAPI).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81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Organización en capas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(API) → Servicios (lógica) → Repositorios (datos) → Modelos.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+ WebSocket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para los recursos; WebSocket para el chat en tiempo real.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3931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ORM (SQLAlchemy)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objetos de Python a las tablas de la base SQLite.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orientada a objetos + SOLID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Pilares de POO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Encapsulamiento: atributos protegidos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PersonaMixin (datos comunes)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PersonaBase — Usuario y Plomero se tratan igual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Abstracción: contrato común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88620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aplicado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93392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SRP: módulos separados (moderación, calificación, solicitudes)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LSP: Usuario y Plomero sustituibles por PersonaBase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OCP: preparado para sumar nuevos oficios sin tocar lo existente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de diseño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GoF: Singleton, Strategy, Facade · Acceso a datos: Repository, DTO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Singleton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gestor de las salas de chat (WebSocket).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+ Fallback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(Gemini) y, si falla, diagnóstico por palabras clave.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Facade / Service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servicios centraliza y simplifica la lógica.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el acceso a datos: se puede cambiar de base sin tocar la lógica.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0632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DTO (Pydantic)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da forma a los datos de entrada/salida.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5603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puras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y fechas: testeables con pytest.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Metodología: ágil vs. cascada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de forma iterativa, con feedback continuo (Manifiesto Ágil)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315468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Ágil (lo que usamos)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incrementales y usables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bienvenidos sobre la marcha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detectados temprano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continuo de la usuaria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886200" cy="3154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Cascada (si la usábamos)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29968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fijos desde el inicio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entrega al final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recién al cierre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costosos y difíciles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del equipo (Scrum)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constantes de la app: las hicimos en equipo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606040" cy="6766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María Florencia Iñiguez Trejo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40864"/>
            <a:ext cx="230428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backend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las tablas de la base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la API con Swagger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Inició el tablero de Trello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325880"/>
            <a:ext cx="260604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25880"/>
            <a:ext cx="2606040" cy="6766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32588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Aldana Benavent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38144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+ Dev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38144" y="2340864"/>
            <a:ext cx="230428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ideas y mejoras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en Trello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ajustes de backend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diagramas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ficticia de plomero (demo de reputación)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1325880"/>
            <a:ext cx="260604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98464" y="1325880"/>
            <a:ext cx="2606040" cy="6766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1325880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Luis Ordeñana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63056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2340864"/>
            <a:ext cx="230428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Comenzó el frontend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 Docker (a futuro, a la nube)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asignado → faltó facilitación, balance de carga y uso del tablero (lo identificamos como aprendizaje).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del proyecto y herramientas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CASE de apoyo al desarrollo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Trello: tablero de tareas, backlog y prioridades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Git/GitHub: repositorio, ramas e integración por pull request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instrucciones de clonado y entorno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886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(CASE)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29968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/ Mermaid: diagramas (UML, flujo, casos de uso)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prueba de la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pruebas unitarias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contenerización y deploy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Inconvenientes técnicos y soluciones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detectados al probar la app, y cómo los corregimos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1371600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por dirección escrita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marca la ubicación como punto en el mapa (coordenadas reales)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196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81965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solicitud abierta bloqueaba crear otra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 más estricto de los estados de la solicitud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267712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no respetaba la regla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orden por cercanía → puntuación → oficio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715768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trabajo incoherentes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camino 2 h antes; finalizar 2 h después + boleta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3163824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en horarios ya pasados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solo se ofrecen horarios futuros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3611880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podía finalizar sin boleta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boleta es obligatoria para finalizar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05993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4059936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Duraciones de suspensión invertidas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groserías 1 mes, cancelaciones 2 meses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4507992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incómoda (en historial)  </a:t>
            </a:r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aparece al finalizar y luego pasa al historial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error de diseño que corregimos a tiempo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Refactorizar: reestructurar el código interno sin cambiar lo que el sistema hace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91440" cy="2697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91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repetidos en distintas clases (Usuario y Plomero): código duplicado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Rompía el principio DRY y el SRP de SOLID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91440" cy="26974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91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 (refactorización)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centralizamos los datos comunes en una base (PersonaBase)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tratamos a Usuario y Plomero de forma intercambiable (principio de Liskov)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detectamos a tiempo gracias a probar de forma iterativa (ágil) y lo corregimos antes de que escalara.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de proceso (no técnicos)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anticipamos a tiempo en la gestión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Scrum Master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17099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quien facilitara, removiera impedimentos ni balanceara la carga; los roles se mezclaron.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despareja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97280" y="25511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intercambio sobre el proyecto fue fluido en parte del equipo y más acotado en el resto.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0540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Trello poco aprovechado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33924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sostuvimos el uso del tablero — muy ligado a la falta de Scrum Master.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895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Distribución y tiempos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97280" y="4233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quedó despareja y parte de la integración se resolvió sobre el final.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Aseguramiento de la calidad (QA)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= prevención (proceso) · QC = detección (producto)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68880" cy="233172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pasan (pytest)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534924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cuidamos la calidad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121408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caja blanca (pytest): recomendación, fechas, penalizaciones, moderación, boleta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la API con Swagger durante el desarrollo del backend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— caja negra / exploratorias: uso real como cliente y plomero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del sistema: boleta obligatoria, montos válidos, control de estados y tiempos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dejamos preparado a futuro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nuevos oficios: el código ya quedó preparado para sumar otras actividades (OCP)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la nube con Auto-Deploy, para que no dependa de un servidor propio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 (CI): correr las pruebas en cada cambio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(disco persistente o base administrada)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de servicios grandes para reforzar SRP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 y otras mejoras de experiencia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potencia, pero no reemplaza.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dio muchas herramientas y nos ahorró tiempo, pero hay algo insustituible: el razonamiento humano para pensar, decidir y probar. La responsabilidad del código sigue siendo nuestra.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nuestras pruebas manuales constantes, errores como la geolocalización no hubieran salido a la luz.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de forma iterativa (ágil) hizo que el producto creciera y sumara funcionalidades.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atención a los sprints y a la planificación, habríamos distribuido mejor los tiempos.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108960"/>
            <a:ext cx="3108960" cy="3108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· solicitud · recomendación · aceptación · trabajo y boleta · calificación · y los casos especiales (cancelación, penalización y lenguaje ofensivo).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PlomerIA · Grupo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PlomerIA - Presentacion</dc:title>
  <dc:subject>PptxGenJS Presentation</dc:subject>
  <dc:creator>Grupo 14</dc:creator>
  <cp:lastModifiedBy>Grupo 14</cp:lastModifiedBy>
  <cp:revision>1</cp:revision>
  <dcterms:created xsi:type="dcterms:W3CDTF">2026-06-17T19:26:38Z</dcterms:created>
  <dcterms:modified xsi:type="dcterms:W3CDTF">2026-06-17T19:26:38Z</dcterms:modified>
</cp:coreProperties>
</file>